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-457200"/>
            <a:ext cx="5029200" cy="8229600"/>
          </a:xfrm>
          <a:prstGeom prst="rect">
            <a:avLst/>
          </a:prstGeom>
          <a:solidFill>
            <a:srgbClr val="16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CHAINGAMMON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AA"/>
                </a:solidFill>
              </a:rPr>
              <a:t>An open protocol for portable backgammon reputation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BB"/>
                </a:solidFill>
              </a:rPr>
              <a:t>ETHGlobal Open Agents  ·  April 24 – May 6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14800"/>
            <a:ext cx="1463040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D0D1A"/>
                </a:solidFill>
              </a:rPr>
              <a:t>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4114800"/>
            <a:ext cx="146304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D0D1A"/>
                </a:solidFill>
              </a:rPr>
              <a:t>0G Chain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4114800"/>
            <a:ext cx="1463040" cy="411480"/>
          </a:xfrm>
          <a:prstGeom prst="rect">
            <a:avLst/>
          </a:prstGeom>
          <a:solidFill>
            <a:srgbClr val="FF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D0D1A"/>
                </a:solidFill>
              </a:rPr>
              <a:t>KeeperHub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Every backgammon platform is a walled graveyard.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070"/>
                </a:solidFill>
              </a:rPr>
              <a:t>Platform shutdowns — real losses, real players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5486400" cy="1234440"/>
          </a:xfrm>
          <a:prstGeom prst="rect">
            <a:avLst/>
          </a:prstGeom>
          <a:solidFill>
            <a:srgbClr val="1E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201168" cy="123444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70"/>
                </a:solidFill>
              </a:rPr>
              <a:t>2014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031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GameSpy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8775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Shut down Apr 30, 2014. All leaderboards, rankings, and statistics deleted overnight. No migration.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29000"/>
            <a:ext cx="5486400" cy="1234440"/>
          </a:xfrm>
          <a:prstGeom prst="rect">
            <a:avLst/>
          </a:prstGeom>
          <a:solidFill>
            <a:srgbClr val="1E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201168" cy="123444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70"/>
                </a:solidFill>
              </a:rPr>
              <a:t>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4747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Microsoft Internet
Games (Backgammon)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5935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Shut down Jan 22, 2020. 20 years of backgammon match history — permanently gone.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00600"/>
            <a:ext cx="5486400" cy="1234440"/>
          </a:xfrm>
          <a:prstGeom prst="rect">
            <a:avLst/>
          </a:prstGeom>
          <a:solidFill>
            <a:srgbClr val="1E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800600"/>
            <a:ext cx="201168" cy="123444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70"/>
                </a:solidFill>
              </a:rPr>
              <a:t>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8463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Facebook Gaming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3095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Creator Program ended Oct 2025; platform fully shutting down. Backgammon games and player data lost.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00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84B"/>
                </a:solidFill>
              </a:rPr>
              <a:t>No standard. No portability. Nowhere safe.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057400"/>
            <a:ext cx="5394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▸ 5+ active platforms today: Backgammon Galaxy, PlayOK, VIP Backgammon, Nextgammon, FIBS — ratings don’t transfer between any of them.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▸ Chess has FIDE — a global, portable, federated rating body. Backgammon has nothing equivalent.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▸ Switch platforms → start at 1500. Decades of match history: reset. Your skill is real; your record is fiction.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▸ AI agents are even worse: no identity, no history, no verifiable track record across deployments.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989320"/>
            <a:ext cx="11247120" cy="685800"/>
          </a:xfrm>
          <a:prstGeom prst="rect">
            <a:avLst/>
          </a:prstGeom>
          <a:solidFill>
            <a:srgbClr val="1E1A42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i="1">
                <a:solidFill>
                  <a:srgbClr val="00D4AA"/>
                </a:solidFill>
              </a:rPr>
              <a:t>"California AB 2426 (2024) now requires 30 days’ notice before a game shuts down. It does NOT require preserving your ratings."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 Polymarket moment for skill — starting with backgammon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C63FF"/>
                </a:solidFill>
              </a:rPr>
              <a:t>The Polymarket parallel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577840" cy="38404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39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D1A"/>
                </a:solidFill>
              </a:rPr>
              <a:t>BEFORE (Web2)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0391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D1A"/>
                </a:solidFill>
              </a:rPr>
              <a:t>AFTER (Chaingammon)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41448"/>
            <a:ext cx="5577840" cy="621792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78024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Centralised prediction
markets (PredictIt)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55117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478024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Centralised game ratings
(Backgammon Galaxy, Chess.com)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18104"/>
            <a:ext cx="5577840" cy="621792"/>
          </a:xfrm>
          <a:prstGeom prst="rect">
            <a:avLst/>
          </a:prstGeom>
          <a:solidFill>
            <a:srgbClr val="11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Opaque odds set
by operators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2278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15468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ELO computed on-chain,
verifiable by anyone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94760"/>
            <a:ext cx="5577840" cy="621792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83133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Permissioned who can
create a 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90448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83133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Permissionless: any platform
can read ENS text records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71416"/>
            <a:ext cx="5577840" cy="621792"/>
          </a:xfrm>
          <a:prstGeom prst="rect">
            <a:avLst/>
          </a:prstGeom>
          <a:solidFill>
            <a:srgbClr val="11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507992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Real $ at stake
aligns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581144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507992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Real match history on-chain
aligns trust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48072"/>
            <a:ext cx="5577840" cy="621792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18464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Prices survive the
platform shutting 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2578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18464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Ratings survive the
platform shutting 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554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</a:rPr>
              <a:t>Why backgammon first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01168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▸ Oldest recorded board game — 5,000+ year history, global player base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▸ ELO is well-understood and already used on every major platform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▸ gnubg: open-source world-class AI engine — a ready benchmark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▸ Skill gap between humans and AI is measurable, auditable, and meaningful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▸ Small, well-defined state space: every position is reproducible from dice + moves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663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84B"/>
                </a:solidFill>
              </a:rPr>
              <a:t>Extensible to any turn-based game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2064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4B"/>
                </a:solidFill>
              </a:rPr>
              <a:t>♟  Chess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512064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FIDE ratings are already semi-portable; on-chain is the full solution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550407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4B"/>
                </a:solidFill>
              </a:rPr>
              <a:t>□  Go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550407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No global digital rating standard — same problem, larger community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80175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4B"/>
                </a:solidFill>
              </a:rPr>
              <a:t>逆  Mahjong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5980175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Enormous Asian market; zero cross-platform rating portability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40994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4B"/>
                </a:solidFill>
              </a:rPr>
              <a:t>✶  Any game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640994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Any game with reproducible positions + verifiable outcomes can use the protocol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Chaingammon — the open backgammon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3657600" cy="4114800"/>
          </a:xfrm>
          <a:prstGeom prst="rect">
            <a:avLst/>
          </a:prstGeom>
          <a:solidFill>
            <a:srgbClr val="141228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657600" cy="3200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🪪 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BB"/>
                </a:solidFill>
              </a:rPr>
              <a:t>ENS subname
alice.chaingammon.eth
carries ELO, match count,
style URI, archive URI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920240"/>
            <a:ext cx="3657600" cy="4114800"/>
          </a:xfrm>
          <a:prstGeom prst="rect">
            <a:avLst/>
          </a:prstGeom>
          <a:solidFill>
            <a:srgbClr val="141228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920240"/>
            <a:ext cx="3657600" cy="3200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331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🧠  Agent iNFT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92608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BB"/>
                </a:solidFill>
              </a:rPr>
              <a:t>ERC-7857 iNFT on 0G Chain.
Encrypted gnubg weights +
learned experience overlay,
both on 0G Storage.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920240"/>
            <a:ext cx="3657600" cy="4114800"/>
          </a:xfrm>
          <a:prstGeom prst="rect">
            <a:avLst/>
          </a:prstGeom>
          <a:solidFill>
            <a:srgbClr val="141228"/>
          </a:solidFill>
          <a:ln w="19050">
            <a:solidFill>
              <a:srgbClr val="FFC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920240"/>
            <a:ext cx="3657600" cy="320040"/>
          </a:xfrm>
          <a:prstGeom prst="rect">
            <a:avLst/>
          </a:prstGeom>
          <a:solidFill>
            <a:srgbClr val="FF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331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⚖️  Settlement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92608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BB"/>
                </a:solidFill>
              </a:rPr>
              <a:t>KeeperHub workflow:
recordMatch + ENS text
records + overlay update +
verifiable audit trail.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End-to-end match lifecycle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64592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Connect wallet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Frontend auto-issues alice.chaingammon.eth ENS subname</a:t>
            </a:r>
          </a:p>
        </p:txBody>
      </p:sp>
      <p:sp>
        <p:nvSpPr>
          <p:cNvPr id="8" name="Oval 7"/>
          <p:cNvSpPr/>
          <p:nvPr/>
        </p:nvSpPr>
        <p:spPr>
          <a:xfrm>
            <a:off x="4343400" y="164592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Pick opponent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0574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Another human subname, or an AI agent iNFT (gnubg-advanced-1.chaingammon.eth)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0" y="164592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0574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Server rolls dice; gnubg weights pulled from 0G Storage, run server-side per turn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11480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14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Game 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5262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Server builds GameRecord JSON → uploads to 0G Storage → gets Merkle rootHash</a:t>
            </a:r>
          </a:p>
        </p:txBody>
      </p:sp>
      <p:sp>
        <p:nvSpPr>
          <p:cNvPr id="17" name="Oval 16"/>
          <p:cNvSpPr/>
          <p:nvPr/>
        </p:nvSpPr>
        <p:spPr>
          <a:xfrm>
            <a:off x="4343400" y="411480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114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KeeperHub fires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5262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recordMatch on-chain (with rootHash) + ENS text records updated + agent overlay refreshed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0" y="411480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4114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Audit published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45262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KeeperHub audit JSON mirrored to 0G Storage; match replay publicly accessible forever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SPONSOR SPOTLIGHT — 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ENS subnames as portable player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C63FF"/>
                </a:solidFill>
              </a:rPr>
              <a:t>What is ENS?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▸ Ethereum Name Service — the DNS of Web3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▸ Human-readable names (alice.eth) resolve to addresses, content hashes, and arbitrary text records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▸ Subnames: any .eth owner can issue &lt;label&gt;.&lt;name&gt;.eth — delegated, on-chain, free to transfer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▸ Text records are on-chain structured metadata: a player is just a name + a bag of key-value 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</a:rPr>
              <a:t>Why subnames are the right primitive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920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AAAABB"/>
                </a:solidFill>
              </a:rPr>
              <a:t>▸ Platform-portable: alice.chaingammon.eth exists even if Chaingammon.com goes dark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AAABB"/>
                </a:solidFill>
              </a:rPr>
              <a:t>▸ Composable: any dApp reads text records permissionlessly via ENS resolver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AAABB"/>
                </a:solidFill>
              </a:rPr>
              <a:t>▸ Human-readable: beats 0x4a…3f in leaderboards, match UIs, and social sharing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AAABB"/>
                </a:solidFill>
              </a:rPr>
              <a:t>▸ Hierarchical trust: chaingammon.eth controls issuance; player controls the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</a:rPr>
              <a:t>alice.chaingammon.eth  text 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57400"/>
            <a:ext cx="5394960" cy="804672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0939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093976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84B"/>
                </a:solidFill>
              </a:rPr>
              <a:t>1847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5973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BB"/>
                </a:solidFill>
              </a:rPr>
              <a:t>Current ELO rating — updated after every match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935224"/>
            <a:ext cx="5394960" cy="804672"/>
          </a:xfrm>
          <a:prstGeom prst="rect">
            <a:avLst/>
          </a:prstGeom>
          <a:solidFill>
            <a:srgbClr val="11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971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match_count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97180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84B"/>
                </a:solidFill>
              </a:rPr>
              <a:t>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33375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BB"/>
                </a:solidFill>
              </a:rPr>
              <a:t>Total games played, on-chain provenance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813048"/>
            <a:ext cx="5394960" cy="804672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8496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last_match_id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849624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84B"/>
                </a:solidFill>
              </a:rPr>
              <a:t>0x1f…c3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21538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BB"/>
                </a:solidFill>
              </a:rPr>
              <a:t>Pointer to latest MatchRegistry entry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690872"/>
            <a:ext cx="5394960" cy="804672"/>
          </a:xfrm>
          <a:prstGeom prst="rect">
            <a:avLst/>
          </a:prstGeom>
          <a:solidFill>
            <a:srgbClr val="11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47274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style_uri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727448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84B"/>
                </a:solidFill>
              </a:rPr>
              <a:t>0g://kv/alice/style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50932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BB"/>
                </a:solidFill>
              </a:rPr>
              <a:t>Link to 0G KV style profile (opening tendencies, cube aggression)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568696"/>
            <a:ext cx="5394960" cy="804672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56052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archive_uri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5605272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84B"/>
                </a:solidFill>
              </a:rPr>
              <a:t>0g://log/alice/games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59710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BB"/>
                </a:solidFill>
              </a:rPr>
              <a:t>Link to full 0G Log of all game 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4922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BB"/>
                </a:solidFill>
              </a:rPr>
              <a:t>PlayerSubnameRegistrar.sol issues names; KeeperHub writes text records post-match.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SPONSOR SPOTLIGHT — 0G CHAIN &amp;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AI-native modular blockchain — chain + storage in one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5577840" cy="2103120"/>
          </a:xfrm>
          <a:prstGeom prst="rect">
            <a:avLst/>
          </a:prstGeom>
          <a:solidFill>
            <a:srgbClr val="141228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577840" cy="3200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933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0G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EVM-compatible L1  ·  chainId 16602
Fast finality, EVM Cancun opcodes.
Hosts MatchRegistry, AgentRegistry, EloMath, PlayerSubnameRegistrar.
Verified on chainscan-galileo block explorer.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00200"/>
            <a:ext cx="5577840" cy="2103120"/>
          </a:xfrm>
          <a:prstGeom prst="rect">
            <a:avLst/>
          </a:prstGeom>
          <a:solidFill>
            <a:srgbClr val="141228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00200"/>
            <a:ext cx="5577840" cy="3200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933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0G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231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Decentralized, content-addressed, permanent.
Three primitives: Log (append-only), KV (key-value), Blob (binary).
Upload returns a root hash you can commit on-chain.
Designed for AI/ML workloads — ideal for model weights storage.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84B"/>
                </a:solidFill>
              </a:rPr>
              <a:t>Why 0G is the right fit for Chaingammon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43400"/>
            <a:ext cx="5577840" cy="914400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389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Content-addressed linking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4573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rootHash returned by 0G Storage is committed in MatchRegistry.recordMatch — chain ⇔ storage in one atomic reference.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343400"/>
            <a:ext cx="5577840" cy="914400"/>
          </a:xfrm>
          <a:prstGeom prst="rect">
            <a:avLst/>
          </a:prstGeom>
          <a:solidFill>
            <a:srgbClr val="11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AI-native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74573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gnubg neural-network weights (~408 KB) and per-agent experience overlays live in 0G Blob. 0G was built for exactly this.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49240"/>
            <a:ext cx="5577840" cy="914400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394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Immutable audit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75157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Log type is append-only. Game records and KeeperHub audit JSONs persist forever without IPFS pinning risk.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5349240"/>
            <a:ext cx="5577840" cy="914400"/>
          </a:xfrm>
          <a:prstGeom prst="rect">
            <a:avLst/>
          </a:prstGeom>
          <a:solidFill>
            <a:srgbClr val="11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394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One chain, one SDK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75157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og-bridge wraps @0gfoundation/0g-ts-sdk. Same RPC for contracts and storage — no cross-chain bridging ceremony.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SPONSOR SPOTLIGHT — KEEPERHUB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Programmable keeper automation for multi-step Web3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84B"/>
                </a:solidFill>
              </a:rPr>
              <a:t>What is KeeperHub?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▸ Keeper network: third-party bots watch for triggers and execute arbitrary on-chain transactions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▸ Workflow engine: define ordered steps with retry logic, gas configuration, and conditional branching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▸ Triggers: HTTP webhooks, on-chain events, cron schedules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▸ Audit-first: every workflow run produces a full execution trace with timestamps, retries, and gas used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▸ Decoupled from the app: KeeperHub will execute even if your server goes offline after firing the 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74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vs. doing settlement in the server: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AAAABB"/>
                </a:solidFill>
              </a:rPr>
              <a:t>▸ Server crashes mid-settlement → KeeperHub retries independently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AAABB"/>
                </a:solidFill>
              </a:rPr>
              <a:t>▸ Gas spikes → KeeperHub optimizes and resubmits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AAABB"/>
                </a:solidFill>
              </a:rPr>
              <a:t>▸ 4 contract calls in sequence → one atomic workflow definition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AAAABB"/>
                </a:solidFill>
              </a:rPr>
              <a:t>▸ Compliance / audit → signed execution receipts, not server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84B"/>
                </a:solidFill>
              </a:rPr>
              <a:t>Chaingammon settlement workflow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5394960" cy="804672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182880" cy="8046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0482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HTTP 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140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Server calls POST /trigger after game 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81635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898648"/>
            <a:ext cx="5394960" cy="804672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898648"/>
            <a:ext cx="182880" cy="8046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9352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recordMatch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3009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MatchRegistry.recordMatch(winner, loser, length, gameRecordHash) → emits EloUpdated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70332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785616"/>
            <a:ext cx="5394960" cy="804672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785616"/>
            <a:ext cx="182880" cy="8046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8221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ENS text 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1879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setText on alice.chaingammon.eth and opponent: elo, match_count, last_match_id, archive_uri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590288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672584"/>
            <a:ext cx="5394960" cy="804672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672584"/>
            <a:ext cx="182880" cy="804672"/>
          </a:xfrm>
          <a:prstGeom prst="rect">
            <a:avLst/>
          </a:prstGeom>
          <a:solidFill>
            <a:srgbClr val="FF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709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updateOverlayHash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0749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AgentRegistry.updateOverlayHash(agentId, newHash) bumps experienceVersion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547725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559552"/>
            <a:ext cx="5394960" cy="804672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5559552"/>
            <a:ext cx="182880" cy="804672"/>
          </a:xfrm>
          <a:prstGeom prst="rect">
            <a:avLst/>
          </a:prstGeom>
          <a:solidFill>
            <a:srgbClr val="C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55961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Audit export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9618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Full trace → 0G Storage Log → publicly viewable settlement proof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64922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BB"/>
                </a:solidFill>
              </a:rPr>
              <a:t>kh CLI defines the workflow YAML; the server only fires the trigger.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AI AGENTS AS iNFTs  (ERC-7857)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Agents that carry verifiable, portable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AA"/>
                </a:solidFill>
              </a:rPr>
              <a:t>Two data hashes per iNFT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1691640"/>
          </a:xfrm>
          <a:prstGeom prst="rect">
            <a:avLst/>
          </a:prstGeom>
          <a:solidFill>
            <a:srgbClr val="141228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dataHashes[0]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baseWeightsHash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Shared across ALL agents — encrypted gnubg
neural-network weights on 0G Storage.
Verifies: 'this agent runs real gnubg.'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69080"/>
            <a:ext cx="5486400" cy="1691640"/>
          </a:xfrm>
          <a:prstGeom prst="rect">
            <a:avLst/>
          </a:prstGeom>
          <a:solidFill>
            <a:srgbClr val="141228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dataHashes[1]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overlayHash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Per-agent experience overlay — a ~20-float
vector that biases move selection and grows
with every match played.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84B"/>
                </a:solidFill>
              </a:rPr>
              <a:t>Tier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148840"/>
            <a:ext cx="5303520" cy="868680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945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4B"/>
                </a:solidFill>
              </a:rPr>
              <a:t>Tier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Beginner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603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gnubg 0-ply (immediate eval)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154680"/>
            <a:ext cx="5303520" cy="868680"/>
          </a:xfrm>
          <a:prstGeom prst="rect">
            <a:avLst/>
          </a:prstGeom>
          <a:solidFill>
            <a:srgbClr val="11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2004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4B"/>
                </a:solidFill>
              </a:rPr>
              <a:t>Tier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Intermediate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566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gnubg 2-ply (looks 2 moves ahead)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160520"/>
            <a:ext cx="5303520" cy="868680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2062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4B"/>
                </a:solidFill>
              </a:rPr>
              <a:t>Tier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Advanced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572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gnubg 3-ply (deeper search)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5166360"/>
            <a:ext cx="5303520" cy="868680"/>
          </a:xfrm>
          <a:prstGeom prst="rect">
            <a:avLst/>
          </a:prstGeom>
          <a:solidFill>
            <a:srgbClr val="11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5212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4B"/>
                </a:solidFill>
              </a:rPr>
              <a:t>Tier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World-class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5778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gnubg full rollout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6080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D4AA"/>
                </a:solidFill>
              </a:rPr>
              <a:t>Two same-tier agents start identically — then drift into different styles as their match histories diverge.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ELO RATINGS &amp; PREDICTION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 transparent, on-chain skill ledger — and a betting primitive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AA"/>
                </a:solidFill>
              </a:rPr>
              <a:t>How ELO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5394960" cy="1554480"/>
          </a:xfrm>
          <a:prstGeom prst="rect">
            <a:avLst/>
          </a:prstGeom>
          <a:solidFill>
            <a:srgbClr val="141228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Eₐ = 1 / (1 + 10^((R_B − R_A) / 400))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R_new = R_old + K × (score − Eₐ)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K = 32 (rating change cap)   •   Starting rating = 1500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Rating gap  →  win probability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60520"/>
            <a:ext cx="5394960" cy="393192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1970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Δ0  (equal)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19709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C84B"/>
                </a:solidFill>
              </a:rPr>
              <a:t>50%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99431"/>
            <a:ext cx="5394960" cy="393192"/>
          </a:xfrm>
          <a:prstGeom prst="rect">
            <a:avLst/>
          </a:prstGeom>
          <a:solidFill>
            <a:srgbClr val="11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636007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Δ100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636007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C84B"/>
                </a:solidFill>
              </a:rPr>
              <a:t>64%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38344"/>
            <a:ext cx="5394960" cy="393192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0749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Δ200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0749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C84B"/>
                </a:solidFill>
              </a:rPr>
              <a:t>76%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77256"/>
            <a:ext cx="5394960" cy="393192"/>
          </a:xfrm>
          <a:prstGeom prst="rect">
            <a:avLst/>
          </a:prstGeom>
          <a:solidFill>
            <a:srgbClr val="11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5138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Δ400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5138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C84B"/>
                </a:solidFill>
              </a:rPr>
              <a:t>91%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807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BB"/>
                </a:solidFill>
              </a:rPr>
              <a:t>Chaingammon uses fixed-point integer ELO via EloMath.sol — no floats on-chain.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84B"/>
                </a:solidFill>
              </a:rPr>
              <a:t>Betting on players &amp; agents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057400"/>
            <a:ext cx="5394960" cy="804672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0848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4B"/>
                </a:solidFill>
              </a:rPr>
              <a:t>Match odds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423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BB"/>
                </a:solidFill>
              </a:rPr>
              <a:t>Derive fair odds directly from the ELO win-probability formula. A 200-point gap gives 76 / 24 fair odds — any market price away from that is +EV.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962656"/>
            <a:ext cx="5394960" cy="804672"/>
          </a:xfrm>
          <a:prstGeom prst="rect">
            <a:avLst/>
          </a:prstGeom>
          <a:solidFill>
            <a:srgbClr val="11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29900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4B"/>
                </a:solidFill>
              </a:rPr>
              <a:t>ELO movement markets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32841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BB"/>
                </a:solidFill>
              </a:rPr>
              <a:t>Bet whether a player gains or loses N ELO over the next M games. Think prediction markets on skill trajectory.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867912"/>
            <a:ext cx="5394960" cy="804672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89534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4B"/>
                </a:solidFill>
              </a:rPr>
              <a:t>Equity-curve exposure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2336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BB"/>
                </a:solidFill>
              </a:rPr>
              <a:t>Buy a share of an agent’s future ELO gains. Agents with long on-chain histories show clean cumulative curves — verifiable Sharpe for a bot.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773168"/>
            <a:ext cx="5394960" cy="804672"/>
          </a:xfrm>
          <a:prstGeom prst="rect">
            <a:avLst/>
          </a:prstGeom>
          <a:solidFill>
            <a:srgbClr val="11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800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4B"/>
                </a:solidFill>
              </a:rPr>
              <a:t>Kelly sizing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1389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BB"/>
                </a:solidFill>
              </a:rPr>
              <a:t>Optimal bet% = edge / odds. With ELO-implied probability and on-chain match history, the edge estimate is transparent, not operator-controlled.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678424"/>
            <a:ext cx="5394960" cy="804672"/>
          </a:xfrm>
          <a:prstGeom prst="rect">
            <a:avLst/>
          </a:prstGeom>
          <a:solidFill>
            <a:srgbClr val="14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570585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4B"/>
                </a:solidFill>
              </a:rPr>
              <a:t>Agent performance futures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604418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BB"/>
                </a:solidFill>
              </a:rPr>
              <a:t>Will an agent reach Tier 3 ELO within 100 matches? All inputs—match count, overlay hash—are public on 0G Chain.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64922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D4AA"/>
                </a:solidFill>
              </a:rPr>
              <a:t>Every match, ELO delta, and overlay update is recorded on 0G Chain — no trust required.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SMART CONTRACTS ON 0G CHAIN  (chainId 16602)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Four contracts — deployed and verified on chainscan-galileo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577840" cy="2103120"/>
          </a:xfrm>
          <a:prstGeom prst="rect">
            <a:avLst/>
          </a:prstGeom>
          <a:solidFill>
            <a:srgbClr val="141228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77840" cy="3200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9933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EloMath.sol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42316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Pure library. K=32, INITIAL=1500 ELO.
Fixed-point integer math — no floats on-chain.
Expected-score lookup table, floor at 0.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577840" cy="2103120"/>
          </a:xfrm>
          <a:prstGeom prst="rect">
            <a:avLst/>
          </a:prstGeom>
          <a:solidFill>
            <a:srgbClr val="141228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5577840" cy="3200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933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MatchRegistry.sol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42316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Owner-only recordMatch(winner, loser, matchLength, gameRecordHash).
Stores MatchInfo struct with on-chain ↔ 0G Storage link.
Emits MatchRecorded, EloUpdated, GameRecordStored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5577840" cy="2103120"/>
          </a:xfrm>
          <a:prstGeom prst="rect">
            <a:avLst/>
          </a:prstGeom>
          <a:solidFill>
            <a:srgbClr val="141228"/>
          </a:solidFill>
          <a:ln w="19050">
            <a:solidFill>
              <a:srgbClr val="FFC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5577840" cy="320040"/>
          </a:xfrm>
          <a:prstGeom prst="rect">
            <a:avLst/>
          </a:prstGeom>
          <a:solidFill>
            <a:srgbClr val="FF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3708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AgentRegistry.sol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8006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ERC-721 base + ERC-7857-compatible shape.
mintAgent(to, metadataURI, tier)  ·  setBaseWeightsHash
updateOverlayHash — bumps matchCount + experienceVersion.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023360"/>
            <a:ext cx="5577840" cy="2103120"/>
          </a:xfrm>
          <a:prstGeom prst="rect">
            <a:avLst/>
          </a:prstGeom>
          <a:solidFill>
            <a:srgbClr val="141228"/>
          </a:solidFill>
          <a:ln w="19050">
            <a:solidFill>
              <a:srgbClr val="FF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023360"/>
            <a:ext cx="5577840" cy="32004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43708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PlayerSubnameRegistrar.sol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8006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Issues &lt;name&gt;.chaingammon.eth ENS subnames.
Server-only write access in v1.
Controls text records: elo, match_count, style_uri, archive_uri.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0G STORAGE — FOUR 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Decentralised, content-addressed, permanent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00200"/>
            <a:ext cx="164592" cy="7772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184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Log — per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184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Game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618488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GameRecord JSON: every move, dice, cube action, gnubg position IDs. ~2–10 KB. rootHash committed in MatchRegistry on-chain.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95728"/>
            <a:ext cx="11612880" cy="6350"/>
          </a:xfrm>
          <a:prstGeom prst="rect">
            <a:avLst/>
          </a:prstGeom>
          <a:solidFill>
            <a:srgbClr val="1C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560320"/>
            <a:ext cx="164592" cy="777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78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Log — per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578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KeeperHub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78608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Settlement workflow trace: timestamps, retries, gas, step results. Mirrored so it's publicly viewable without KeeperHub login.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55848"/>
            <a:ext cx="11612880" cy="6350"/>
          </a:xfrm>
          <a:prstGeom prst="rect">
            <a:avLst/>
          </a:prstGeom>
          <a:solidFill>
            <a:srgbClr val="1C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520440"/>
            <a:ext cx="164592" cy="777240"/>
          </a:xfrm>
          <a:prstGeom prst="rect">
            <a:avLst/>
          </a:prstGeom>
          <a:solidFill>
            <a:srgbClr val="FF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5387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84B"/>
                </a:solidFill>
              </a:rPr>
              <a:t>KV — per player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5387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Style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538728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Descriptive stats only: % opening style, cube tendency, win rate vs each tier. Displayed on the player profile page.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15968"/>
            <a:ext cx="11612880" cy="6350"/>
          </a:xfrm>
          <a:prstGeom prst="rect">
            <a:avLst/>
          </a:prstGeom>
          <a:solidFill>
            <a:srgbClr val="1C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480560"/>
            <a:ext cx="164592" cy="777240"/>
          </a:xfrm>
          <a:prstGeom prst="rect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4988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070"/>
                </a:solidFill>
              </a:rPr>
              <a:t>Blob — shared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4988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gnubg base weights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498848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Encrypted (AES-256-GCM). ~408 KB. One blob for all agents. rootHash is dataHashes[0] on every iNFT. Key held server-side in v1.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276088"/>
            <a:ext cx="11612880" cy="6350"/>
          </a:xfrm>
          <a:prstGeom prst="rect">
            <a:avLst/>
          </a:prstGeom>
          <a:solidFill>
            <a:srgbClr val="1C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5440680"/>
            <a:ext cx="164592" cy="777240"/>
          </a:xfrm>
          <a:prstGeom prst="rect">
            <a:avLst/>
          </a:prstGeom>
          <a:solidFill>
            <a:srgbClr val="C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458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80FF"/>
                </a:solidFill>
              </a:rPr>
              <a:t>Blob — per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4589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Experience overlay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5458968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~20-float preference vector. Updates after every match. rootHash is dataHashes[1] on the iNFT. Grows with play.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236208"/>
            <a:ext cx="11612880" cy="6350"/>
          </a:xfrm>
          <a:prstGeom prst="rect">
            <a:avLst/>
          </a:prstGeom>
          <a:solidFill>
            <a:srgbClr val="1C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KEEPERHUB — SETTLEMENT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Multi-step orchestration with retry, gas optimization, and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743200" cy="3931920"/>
          </a:xfrm>
          <a:prstGeom prst="rect">
            <a:avLst/>
          </a:prstGeom>
          <a:solidFill>
            <a:srgbClr val="141228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743200" cy="3200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C63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4871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recordMatch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71800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MatchRegistry.recordMatch(
  winner, loser, matchLength,
  gameRecordHash
)
Returns matchId; ELO updated on-chain.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8" y="3474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737360"/>
            <a:ext cx="2743200" cy="3931920"/>
          </a:xfrm>
          <a:prstGeom prst="rect">
            <a:avLst/>
          </a:prstGeom>
          <a:solidFill>
            <a:srgbClr val="141228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737360"/>
            <a:ext cx="2743200" cy="3200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A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4871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ENS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971800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setText(alice.chaingammon.eth,
  elo, match_count,
  last_match_id, archive_uri)
for both players.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3474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737360"/>
            <a:ext cx="2743200" cy="3931920"/>
          </a:xfrm>
          <a:prstGeom prst="rect">
            <a:avLst/>
          </a:prstGeom>
          <a:solidFill>
            <a:srgbClr val="141228"/>
          </a:solidFill>
          <a:ln w="19050">
            <a:solidFill>
              <a:srgbClr val="FFC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737360"/>
            <a:ext cx="2743200" cy="320040"/>
          </a:xfrm>
          <a:prstGeom prst="rect">
            <a:avLst/>
          </a:prstGeom>
          <a:solidFill>
            <a:srgbClr val="FF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84B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4871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Overlay 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971800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AgentRegistry.updateOverlayHash(
  agentId, newOverlayHash
)
bumps experienceVersion +
matchCount on the iNFT.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3474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737360"/>
            <a:ext cx="2743200" cy="3931920"/>
          </a:xfrm>
          <a:prstGeom prst="rect">
            <a:avLst/>
          </a:prstGeom>
          <a:solidFill>
            <a:srgbClr val="141228"/>
          </a:solidFill>
          <a:ln w="19050">
            <a:solidFill>
              <a:srgbClr val="C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737360"/>
            <a:ext cx="2743200" cy="320040"/>
          </a:xfrm>
          <a:prstGeom prst="rect">
            <a:avLst/>
          </a:prstGeom>
          <a:solidFill>
            <a:srgbClr val="C0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5168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80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24871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Audit 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8" y="2971800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Workflow emits full trace:
timestamps, retry count, gas
per step. Mirrored to
0G Storage alongside game record.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97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D4AA"/>
                </a:solidFill>
              </a:rPr>
              <a:t>Server calls POST /trigger → KeeperHub runs all 4 steps → pulls audit → mirrors to 0G Storage.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 built it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Blockchain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60020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0G Chain testnet · chainId 16602 · evmRPC + chainscan-galileo explorer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Smart contracts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488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Solidity 0.8.24 · Hardhat 2 · OpenZeppelin v5 · evmVersion cancun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Game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9748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Python 3.12 · FastAPI · uvicorn · pydantic · web3.py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Backgammon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24612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GNU Backgammon (gnubg) via External Player socket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0G Storage bridge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79476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Node.js workspace package (og-bridge) · @0gfoundation/0g-ts-sdk · ethers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34340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ENS subnames · text records (elo, match_count, style_uri, archive_uri)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Settlement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92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KeeperHub workflows · kh CLI · HTTP trigger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44068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Next.js 16 · React 19 · TypeScript · Tailwind CSS 4 · wagmi 3 · viem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98932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82 server tests (pytest) · 52 contract tests (Hardhat/Mocha) · TDD throughout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STATUS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Phases complete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00D4AA"/>
                </a:solidFill>
              </a:rPr>
              <a:t>✅ Phase 0 — Scaffold: pnpm workspace, uv server, Hardhat contracts, Next.js frontend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00D4AA"/>
                </a:solidFill>
              </a:rPr>
              <a:t>✅ Phase 1 — gnubg wrapper: FastAPI + pexpect; full match end-to-end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00D4AA"/>
                </a:solidFill>
              </a:rPr>
              <a:t>✅ Phase 2 — Core contracts: EloMath, MatchRegistry, AgentRegistry (52 tests)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00D4AA"/>
                </a:solidFill>
              </a:rPr>
              <a:t>✅ Phase 3 — gameRecordHash field on MatchRegistry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00D4AA"/>
                </a:solidFill>
              </a:rPr>
              <a:t>✅ Phase 4 — Deploy + verify on 0G testnet (chainscan-galileo)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00D4AA"/>
                </a:solidFill>
              </a:rPr>
              <a:t>✅ Phase 5 — AgentRegistry → ERC-7857 iNFT (tier + dataHashes)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00D4AA"/>
                </a:solidFill>
              </a:rPr>
              <a:t>✅ Phase 6 — 0G Storage round-trip via og-bridge Node helper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00D4AA"/>
                </a:solidFill>
              </a:rPr>
              <a:t>✅ Phase 7 — GameRecord upload + recordMatch with rootHash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00D4AA"/>
                </a:solidFill>
              </a:rPr>
              <a:t>✅ Phase 8 — Encrypted gnubg weights on 0G Storage (AES-256-GCM)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00D4AA"/>
                </a:solidFill>
              </a:rPr>
              <a:t>✅ Phase 9 — Agent experience overlay: learns after each match (82 tests)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7772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Coming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AAAABB"/>
                </a:solidFill>
              </a:rPr>
              <a:t>⬜ Phase 10–11 — ENS subnames + text record updates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AAAABB"/>
                </a:solidFill>
              </a:rPr>
              <a:t>⬜ Phase 12–15 — Frontend: wallet, agents list, match flow, ENS display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AAAABB"/>
                </a:solidFill>
              </a:rPr>
              <a:t>⬜ Phase 16–19 — KeeperHub workflow (full settlement)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AAAABB"/>
                </a:solidFill>
              </a:rPr>
              <a:t>⬜ Phase 20–21 — Match replay + audit trail display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AAAABB"/>
                </a:solidFill>
              </a:rPr>
              <a:t>⬜ Phase 22 — KeeperHub feedback doc (bounty)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AAAABB"/>
                </a:solidFill>
              </a:rPr>
              <a:t>⬜ Phase 24–25 — Deploy + demo video + submission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4754880"/>
            <a:ext cx="5303520" cy="1737360"/>
          </a:xfrm>
          <a:prstGeom prst="rect">
            <a:avLst/>
          </a:prstGeom>
          <a:solidFill>
            <a:srgbClr val="141228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48463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AABB"/>
                </a:solidFill>
              </a:rPr>
              <a:t>v2: commit-reveal dice (VRF) · anti-cheat · L2 ENS
v3: agent-vs-agent tournaments · zkML proofs · 0G Compute
v4: open agent marketplace — bring your own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